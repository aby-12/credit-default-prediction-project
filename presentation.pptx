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055516-68E3-4B95-B8F3-4CF6951273F4}">
          <p14:sldIdLst>
            <p14:sldId id="256"/>
          </p14:sldIdLst>
        </p14:section>
        <p14:section name="Introduction" id="{D659FC49-0096-4581-8950-62F2AE8409C3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24EC-B0D5-A9FE-E5B9-2E7036A28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38A59-7B6E-7FD8-1F8C-3176374C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684BB-37C2-0F6A-4CD6-8B5430690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CDE2E-F2B3-BEEC-D60D-42646E1B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85B6D-B77C-F498-BA2D-5C71FE58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3052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47B5-C014-684A-25A6-31D96F91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FBE4-CEBB-9ED0-847D-91BFDAF7B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8F6E4-E4D6-26C0-A989-7604196E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170C0-0212-3CD5-41F8-3E14218A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D9F93-426A-D7A0-EE08-0DB0EF3E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1261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AC1D-F34F-2C02-CE1F-6C6E1B51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4F8F4-106F-9371-652F-0B967D668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B6E1-88DF-2160-BB73-2FDC09C2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25655-AF77-6FD6-A5BD-CD27A8FA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CB4A-D579-D453-EF00-F1D6662D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02007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6ABC-1C6B-FD8E-1E16-9BCAC1AA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ED0B4-E112-E2C2-66B5-9406392FA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E5116-572A-4DE1-098B-426DDA9C5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D6AF0-58EB-7161-F5CD-180A79C4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1A3FD-44E1-B69C-8410-7D9C0273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15CFA-5DF0-523B-AFF6-F9ADA02A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8281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FC3F-4DAB-288C-5AF8-7BBE87DB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FDB82-E384-41A2-AD4C-675B8A810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B5899-7398-065C-6329-6271A4A14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384A8-4C28-2BF5-7B3B-B15353612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249D0-48A3-D8F5-7D5D-1AAA28862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1A42E-358F-AEBB-C4F4-92AA3993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BE576-EAE8-8626-7ACA-407F9C5F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7635B-1355-A01D-3286-36B6D722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4443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A214-9BB4-33D1-2DC2-AEDF78B0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F0723-7D73-DD1E-3739-30A60FE5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F5CA0-A76A-9366-C780-5DABF00F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10457-C6F2-29CD-80FF-4D657A72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6517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667C9-BDAC-8A97-B5EF-09CF68FA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3EBFD-8B49-F6B1-EF85-A807F27E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9FBA9-67F0-1B0D-B508-28E4F100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8369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A324-FD4D-5816-66A5-8AFD9C0E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3A81-61EB-70EA-EEFB-DB675C93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72B74-944C-27F0-FA4D-7EBA5B83F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37D4E-14E3-07F7-083E-28D97FD9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5CB24-798F-60EA-04F2-4DE50C89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C0BB7-0F8A-C85D-631C-9E8E81F6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4522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4451-C3CA-1A80-64D6-FE1EA605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11EF8-2024-F1A0-5734-8E90A0396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FC744-A400-9D76-043C-40F81A631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9E55-666E-1D83-5226-E0826110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907F5-0A93-B943-2DA1-2CB06D87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8ED2-F24B-0079-323C-E7556FC8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3779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F8C7-162D-6E20-478B-D92FAC44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D5275-DAA6-C863-E4E1-4D004F161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D8481-EA26-501F-E53F-E4E84414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D46A1-8434-8BEC-96A0-4F517C47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A79C8-1019-C51B-D4CD-8EC55A93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3576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4D9B44-D54C-20DE-E8D7-0F887C51E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5EBAE-CD0B-44E6-896A-CB5D8B8A3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A1EBC-8DB2-53B2-D7D0-78A61C8D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B57CE-AA72-95D1-702C-609778C9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C0189-CE54-5C0D-9FBB-14075CF6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3830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90204-380F-7B13-015A-AD67F8AA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26812-103A-9C9C-AE79-218A878C0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F8A8D-7FE2-28D3-0771-9966D70BA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9402D-59D5-4199-A468-AD2928869274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024D-BC13-1DC1-29E0-CF37AE333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0CCDB-2853-492A-9567-EB8314EEF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9BF59-5BA3-4573-B860-7444061E48F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1680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5B51-B77F-53B0-6F3B-6F1BFA40D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8466"/>
            <a:ext cx="9144000" cy="2421466"/>
          </a:xfrm>
        </p:spPr>
        <p:txBody>
          <a:bodyPr>
            <a:normAutofit/>
          </a:bodyPr>
          <a:lstStyle/>
          <a:p>
            <a:r>
              <a:rPr lang="en-GB" sz="5400" b="1" dirty="0"/>
              <a:t>Predicting credit default risk to reduce financial losses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BC5F5-5964-C80F-E2ED-18770D9C9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6532"/>
            <a:ext cx="9144000" cy="82126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By Abigael Kariuki</a:t>
            </a:r>
          </a:p>
          <a:p>
            <a:r>
              <a:rPr lang="en-GB" dirty="0"/>
              <a:t>February 2026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4633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E2ED-4DDB-8B1A-CA3E-09E23BC4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rgbClr val="002060"/>
                </a:solidFill>
              </a:rPr>
              <a:t>Outline</a:t>
            </a:r>
            <a:endParaRPr lang="en-KE" sz="4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C4032-6B0F-2C80-4468-9E5B28DF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7133"/>
            <a:ext cx="10515600" cy="45598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</a:t>
            </a:r>
            <a:r>
              <a:rPr lang="en-GB" sz="3000" dirty="0"/>
              <a:t>Business Problem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Stakeholders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Exploratory Data Analysis (EDA)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Modelling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Limitations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Business Recommendations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3000" dirty="0"/>
              <a:t> Conclusions</a:t>
            </a:r>
          </a:p>
          <a:p>
            <a:pPr>
              <a:buFont typeface="Wingdings" panose="05000000000000000000" pitchFamily="2" charset="2"/>
              <a:buChar char="q"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3785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102F-F68D-9E1D-F1BF-82382E9F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Business </a:t>
            </a:r>
            <a:r>
              <a:rPr lang="en-GB" dirty="0"/>
              <a:t>p</a:t>
            </a:r>
            <a:r>
              <a:rPr lang="en-GB"/>
              <a:t>roblem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E1476-7407-DFEF-B670-AB7643282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747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Predicting credit default risk to reduce financial losses</vt:lpstr>
      <vt:lpstr>Outline</vt:lpstr>
      <vt:lpstr>Business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Abigael Kariuki</dc:creator>
  <cp:lastModifiedBy>Abigael Kariuki</cp:lastModifiedBy>
  <cp:revision>4</cp:revision>
  <dcterms:created xsi:type="dcterms:W3CDTF">2026-02-12T10:12:38Z</dcterms:created>
  <dcterms:modified xsi:type="dcterms:W3CDTF">2026-02-12T11:09:50Z</dcterms:modified>
</cp:coreProperties>
</file>